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  <p:sldId id="263" r:id="rId7"/>
    <p:sldId id="262" r:id="rId8"/>
    <p:sldId id="264" r:id="rId9"/>
    <p:sldId id="265" r:id="rId10"/>
    <p:sldId id="266" r:id="rId11"/>
    <p:sldId id="267" r:id="rId12"/>
    <p:sldId id="268" r:id="rId13"/>
    <p:sldId id="269" r:id="rId14"/>
    <p:sldId id="25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BF3105-DB29-4193-9F1B-A3585B424D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ED09150-54EA-4681-BB52-A4A77B9B9D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7D3AEE-F6AB-4B5A-B433-84F0584E8F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86AFF6-1652-4144-9A67-ACF87060AE37}" type="datetimeFigureOut">
              <a:rPr lang="en-US" smtClean="0"/>
              <a:t>6/6/2020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888FE4-EDE6-4A6C-8B14-C1827D6A38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A42734-9C44-4F8A-836E-506C9320AE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AB8A-8C41-4CB8-AD29-2550917402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89033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7246A1-01D4-413F-A2FA-84C28C5A64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3F0E5-7A29-4006-B547-B7296E07B4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B21DC3-8117-432B-8F18-705F4E2724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86AFF6-1652-4144-9A67-ACF87060AE37}" type="datetimeFigureOut">
              <a:rPr lang="en-US" smtClean="0"/>
              <a:t>6/6/2020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2A2EDA-8EC5-42F4-BFBC-CE479D256E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CF8613-0331-41D6-8044-DF19497D2C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AB8A-8C41-4CB8-AD29-2550917402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46043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8DD715-83F6-4674-9A26-FBF710B940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E2BC06-C278-4773-A595-91CAADC482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E3A131-F766-4FC3-869E-CCE9D2E253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86AFF6-1652-4144-9A67-ACF87060AE37}" type="datetimeFigureOut">
              <a:rPr lang="en-US" smtClean="0"/>
              <a:t>6/6/2020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B3FB23-4716-48ED-8634-F00E76BA7A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3EDB2A-106E-4614-9F0C-262AD67A7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AB8A-8C41-4CB8-AD29-2550917402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83863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0A3F80-FEC6-4C60-9F6F-08978FD640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77FF24-AF78-4B6D-BAB6-7B8B4D3165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87B2D7A-F002-4B05-9B5D-7236E133C3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7A9976-FD51-494F-BF29-A8BA007F95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86AFF6-1652-4144-9A67-ACF87060AE37}" type="datetimeFigureOut">
              <a:rPr lang="en-US" smtClean="0"/>
              <a:t>6/6/2020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19B4A2-53EB-4E55-8E56-010BFF7B19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C8F7E5-3B62-47BD-A8B3-D2E68E0296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AB8A-8C41-4CB8-AD29-2550917402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28317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650CE0-BFA6-4EF3-B4F6-321D9A903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883DEB-FC67-4B5D-BDAB-37DFBD3FA7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D8A16D-8473-4755-B0A9-F2E839E040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6991CC9-BD66-450A-9FB3-B053D25CD23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6B78801-90FC-43BC-893E-2EE4B61303E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966CCD0-C3B7-4534-8F6F-62B86EA4F3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86AFF6-1652-4144-9A67-ACF87060AE37}" type="datetimeFigureOut">
              <a:rPr lang="en-US" smtClean="0"/>
              <a:t>6/6/2020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0ADA324-2E83-41AA-BC99-B7FB5B98C7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F3DE99B-9B97-411C-A7E4-CF375F2C90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AB8A-8C41-4CB8-AD29-2550917402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22012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36CF04-2993-41F5-B82B-2F4A0BBE9C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B75328B-8D68-4680-8E74-65CD4FC3E6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86AFF6-1652-4144-9A67-ACF87060AE37}" type="datetimeFigureOut">
              <a:rPr lang="en-US" smtClean="0"/>
              <a:t>6/6/2020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D99B6D5-3551-4096-AEB1-E5901AC23A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0C803F0-D5F3-433F-BC53-556EBF3F38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AB8A-8C41-4CB8-AD29-2550917402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48419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0E6FAE-ED9C-4EE0-8D70-8B1C726B92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86AFF6-1652-4144-9A67-ACF87060AE37}" type="datetimeFigureOut">
              <a:rPr lang="en-US" smtClean="0"/>
              <a:t>6/6/2020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660CAD2-5E74-4F26-B630-C9258C09E5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50DDE8-42C4-46D8-AF5B-E24A38244A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AB8A-8C41-4CB8-AD29-2550917402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60948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268AAE-7D73-493C-8422-F3E1EA3AD2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2D21FA-EA0F-4749-B77A-FB284858AB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DC4ABB3-00AF-44D4-9725-E6F12E49E8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64A80E-9EBC-438A-9C10-0998BC31BE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86AFF6-1652-4144-9A67-ACF87060AE37}" type="datetimeFigureOut">
              <a:rPr lang="en-US" smtClean="0"/>
              <a:t>6/6/2020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748057-9F1F-4B5D-97B9-053707F2F3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689060-79C4-4453-B353-BCAF872AA6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AB8A-8C41-4CB8-AD29-2550917402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26793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D1ECB7-619D-4F72-9DBD-4D075D5117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C3E2158-2AA4-4307-BEBF-D1D1B307608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8879751-18E9-48BC-8E93-3167F988E6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3EE131-7818-4AD5-9565-1D6161B3DC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86AFF6-1652-4144-9A67-ACF87060AE37}" type="datetimeFigureOut">
              <a:rPr lang="en-US" smtClean="0"/>
              <a:t>6/6/2020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4CA977-2DA1-4FBA-8112-8A31769062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E893E3-91E3-4159-9045-6E6B1BDC9D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AB8A-8C41-4CB8-AD29-2550917402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69060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0F28EA-F42F-4E32-926F-14E42D01FB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8334C22-CA4C-43C0-91AA-2B1B2CD97C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0D32E3-F615-490F-8BC6-F16BE4A230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86AFF6-1652-4144-9A67-ACF87060AE37}" type="datetimeFigureOut">
              <a:rPr lang="en-US" smtClean="0"/>
              <a:t>6/6/2020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8FFA7B-3620-4D3E-9938-5BFEB1CAC8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A86248-5E63-4110-A2C9-6739128760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AB8A-8C41-4CB8-AD29-2550917402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9054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BD425DA-7A37-403F-BC97-84BBAC578BD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C98FEF1-D172-4EB1-9F72-D58A53D6CD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7A2E1C-3129-4FB4-8B23-B287998BC5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86AFF6-1652-4144-9A67-ACF87060AE37}" type="datetimeFigureOut">
              <a:rPr lang="en-US" smtClean="0"/>
              <a:t>6/6/2020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6A3A3B-CC9C-4C00-A917-E990E1257E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AA304D-6A92-4307-AD4E-8BC50DE1AB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AB8A-8C41-4CB8-AD29-2550917402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2803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12E6679-C415-4F4F-8CBC-40254893FD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E86545-104E-459A-AF09-79B2641A3B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F5232C-C68E-4409-96FC-D4E893FB4B6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86AFF6-1652-4144-9A67-ACF87060AE37}" type="datetimeFigureOut">
              <a:rPr lang="en-US" smtClean="0"/>
              <a:t>6/6/2020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A8F55C-81E7-4F08-87BF-AD14FED23BC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B1D3D6-CE47-4E69-9447-87BAE566AE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03AB8A-8C41-4CB8-AD29-2550917402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90770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owasp.org/www-project-top-ten/" TargetMode="External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hyperlink" Target="https://ctftime.org/" TargetMode="Externa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hyperlink" Target="https://github.com/apsdehal/awesome-ctf/blob/master/README.md" TargetMode="Externa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C60506B-38FE-4F82-95F5-903734E8B90D}"/>
              </a:ext>
            </a:extLst>
          </p:cNvPr>
          <p:cNvSpPr/>
          <p:nvPr/>
        </p:nvSpPr>
        <p:spPr>
          <a:xfrm>
            <a:off x="799237" y="715618"/>
            <a:ext cx="10593523" cy="175432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Introduction to </a:t>
            </a:r>
          </a:p>
          <a:p>
            <a:pPr algn="ctr"/>
            <a:r>
              <a:rPr lang="en-US" sz="54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Capture The Flag (CTF)</a:t>
            </a:r>
            <a:endParaRPr lang="en-US" sz="5400" b="0" cap="none" spc="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3FA55E7-4AA6-422F-8BFF-AEDA6D4890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4102" y="3031366"/>
            <a:ext cx="4823791" cy="27133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75947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C60506B-38FE-4F82-95F5-903734E8B90D}"/>
              </a:ext>
            </a:extLst>
          </p:cNvPr>
          <p:cNvSpPr/>
          <p:nvPr/>
        </p:nvSpPr>
        <p:spPr>
          <a:xfrm>
            <a:off x="335004" y="294478"/>
            <a:ext cx="3041242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About me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AB17093-0D28-4E34-9922-EA51D3A519AE}"/>
              </a:ext>
            </a:extLst>
          </p:cNvPr>
          <p:cNvSpPr/>
          <p:nvPr/>
        </p:nvSpPr>
        <p:spPr>
          <a:xfrm>
            <a:off x="686040" y="1695495"/>
            <a:ext cx="6469072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0xdaro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56E3A57-945A-4AB6-9D4C-CF83C87D3B59}"/>
              </a:ext>
            </a:extLst>
          </p:cNvPr>
          <p:cNvSpPr/>
          <p:nvPr/>
        </p:nvSpPr>
        <p:spPr>
          <a:xfrm>
            <a:off x="0" y="3096512"/>
            <a:ext cx="10052678" cy="156966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4800" b="0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Web Developer</a:t>
            </a:r>
            <a:br>
              <a:rPr lang="en-US" sz="4800" b="0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</a:br>
            <a:r>
              <a:rPr lang="en-US" sz="4800" b="0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Newbie </a:t>
            </a:r>
            <a:r>
              <a:rPr lang="en-US" sz="48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CTF Player</a:t>
            </a:r>
            <a:endParaRPr lang="en-US" sz="4800" b="0" cap="none" spc="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649AD37-C7E6-4721-9EFA-2A3DFF5EF5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38178" y="1695495"/>
            <a:ext cx="3429000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86184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8F812D57-47DD-4801-80F2-5B4A608985B0}"/>
              </a:ext>
            </a:extLst>
          </p:cNvPr>
          <p:cNvSpPr/>
          <p:nvPr/>
        </p:nvSpPr>
        <p:spPr>
          <a:xfrm>
            <a:off x="343020" y="463043"/>
            <a:ext cx="7742342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What is Capture The Flag?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9E49C9F-12B9-4DAA-9137-5C4F9157C343}"/>
              </a:ext>
            </a:extLst>
          </p:cNvPr>
          <p:cNvSpPr/>
          <p:nvPr/>
        </p:nvSpPr>
        <p:spPr>
          <a:xfrm>
            <a:off x="1292379" y="1798982"/>
            <a:ext cx="9607245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Information Security Competition</a:t>
            </a:r>
            <a:endParaRPr lang="en-US" sz="5400" b="0" cap="none" spc="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17E1D7E-BD1D-4DD8-BEB6-20C6519395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2643" y="3134922"/>
            <a:ext cx="4346713" cy="3260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77022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8F812D57-47DD-4801-80F2-5B4A608985B0}"/>
              </a:ext>
            </a:extLst>
          </p:cNvPr>
          <p:cNvSpPr/>
          <p:nvPr/>
        </p:nvSpPr>
        <p:spPr>
          <a:xfrm>
            <a:off x="488794" y="449791"/>
            <a:ext cx="4043450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Styles of CTF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9E49C9F-12B9-4DAA-9137-5C4F9157C343}"/>
              </a:ext>
            </a:extLst>
          </p:cNvPr>
          <p:cNvSpPr/>
          <p:nvPr/>
        </p:nvSpPr>
        <p:spPr>
          <a:xfrm>
            <a:off x="1345930" y="1611660"/>
            <a:ext cx="10607530" cy="156966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4800" b="0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Jeopardy (Common)</a:t>
            </a:r>
            <a:endParaRPr lang="en-US" sz="480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sz="48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Multiple Categories of Problems</a:t>
            </a:r>
            <a:endParaRPr lang="en-US" sz="4800" b="0" cap="none" spc="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C7F1AB5-9CFA-4F21-A46F-4942E9274979}"/>
              </a:ext>
            </a:extLst>
          </p:cNvPr>
          <p:cNvSpPr/>
          <p:nvPr/>
        </p:nvSpPr>
        <p:spPr>
          <a:xfrm>
            <a:off x="1345930" y="3429000"/>
            <a:ext cx="10607530" cy="304698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4800" b="0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Attack and Defense (Advance)</a:t>
            </a:r>
            <a:endParaRPr lang="en-US" sz="480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sz="48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Given a machine (or a small network)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sz="4800" b="0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Attack other people’s machine and defend your own machine</a:t>
            </a:r>
          </a:p>
        </p:txBody>
      </p:sp>
    </p:spTree>
    <p:extLst>
      <p:ext uri="{BB962C8B-B14F-4D97-AF65-F5344CB8AC3E}">
        <p14:creationId xmlns:p14="http://schemas.microsoft.com/office/powerpoint/2010/main" val="26114344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8F812D57-47DD-4801-80F2-5B4A608985B0}"/>
              </a:ext>
            </a:extLst>
          </p:cNvPr>
          <p:cNvSpPr/>
          <p:nvPr/>
        </p:nvSpPr>
        <p:spPr>
          <a:xfrm>
            <a:off x="12484" y="131736"/>
            <a:ext cx="6203554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Problem Categories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E19C97E-C10A-4049-B01A-3F0B5281870E}"/>
              </a:ext>
            </a:extLst>
          </p:cNvPr>
          <p:cNvSpPr/>
          <p:nvPr/>
        </p:nvSpPr>
        <p:spPr>
          <a:xfrm>
            <a:off x="343019" y="1947286"/>
            <a:ext cx="6203554" cy="83099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4800" b="0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Forensics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18C0E04-6B75-4894-A316-60B04B526823}"/>
              </a:ext>
            </a:extLst>
          </p:cNvPr>
          <p:cNvSpPr/>
          <p:nvPr/>
        </p:nvSpPr>
        <p:spPr>
          <a:xfrm>
            <a:off x="4996070" y="1915165"/>
            <a:ext cx="6203554" cy="83099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4800" b="0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Reverse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E060272-CAA1-4689-BC03-34A645416010}"/>
              </a:ext>
            </a:extLst>
          </p:cNvPr>
          <p:cNvSpPr/>
          <p:nvPr/>
        </p:nvSpPr>
        <p:spPr>
          <a:xfrm>
            <a:off x="6546573" y="3413445"/>
            <a:ext cx="6203554" cy="83099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4800" b="0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Pwn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D1A7A70-BB1B-4AE2-8EFE-F9EE509A3AE3}"/>
              </a:ext>
            </a:extLst>
          </p:cNvPr>
          <p:cNvSpPr/>
          <p:nvPr/>
        </p:nvSpPr>
        <p:spPr>
          <a:xfrm>
            <a:off x="-147310" y="3413445"/>
            <a:ext cx="3261571" cy="83099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4800" b="0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Web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B41D55F-C46C-44DD-8A5A-E2311202CDE2}"/>
              </a:ext>
            </a:extLst>
          </p:cNvPr>
          <p:cNvSpPr/>
          <p:nvPr/>
        </p:nvSpPr>
        <p:spPr>
          <a:xfrm>
            <a:off x="1814010" y="4879604"/>
            <a:ext cx="3261571" cy="83099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4800" b="0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Misc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C98A7C1-5F2D-4DA8-A1D3-B9A290073CD1}"/>
              </a:ext>
            </a:extLst>
          </p:cNvPr>
          <p:cNvSpPr/>
          <p:nvPr/>
        </p:nvSpPr>
        <p:spPr>
          <a:xfrm>
            <a:off x="6770323" y="4878086"/>
            <a:ext cx="3261571" cy="83099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4800" b="0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Crypto</a:t>
            </a:r>
          </a:p>
        </p:txBody>
      </p:sp>
    </p:spTree>
    <p:extLst>
      <p:ext uri="{BB962C8B-B14F-4D97-AF65-F5344CB8AC3E}">
        <p14:creationId xmlns:p14="http://schemas.microsoft.com/office/powerpoint/2010/main" val="20954605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8F812D57-47DD-4801-80F2-5B4A608985B0}"/>
              </a:ext>
            </a:extLst>
          </p:cNvPr>
          <p:cNvSpPr/>
          <p:nvPr/>
        </p:nvSpPr>
        <p:spPr>
          <a:xfrm>
            <a:off x="-212804" y="237753"/>
            <a:ext cx="3883655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Reverse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7296529-3E46-4A5D-B5AF-A08731DC4A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4217" y="2426225"/>
            <a:ext cx="1124571" cy="1124571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5DCFFBE1-3061-4ED4-A436-14E7AE6DE23A}"/>
              </a:ext>
            </a:extLst>
          </p:cNvPr>
          <p:cNvSpPr/>
          <p:nvPr/>
        </p:nvSpPr>
        <p:spPr>
          <a:xfrm>
            <a:off x="-212803" y="3736326"/>
            <a:ext cx="3618612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3200" b="0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Download</a:t>
            </a:r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62548140-8CAF-4D78-82CC-A83F62296CBF}"/>
              </a:ext>
            </a:extLst>
          </p:cNvPr>
          <p:cNvSpPr/>
          <p:nvPr/>
        </p:nvSpPr>
        <p:spPr>
          <a:xfrm>
            <a:off x="3220279" y="2957761"/>
            <a:ext cx="1124571" cy="471239"/>
          </a:xfrm>
          <a:prstGeom prst="rightArrow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99BE95D7-DB11-45D0-B23D-03C7AF2DC70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28749" y="2264038"/>
            <a:ext cx="1321001" cy="1472288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3BB65DE2-EA92-47C5-BB1B-0300E69FD768}"/>
              </a:ext>
            </a:extLst>
          </p:cNvPr>
          <p:cNvSpPr/>
          <p:nvPr/>
        </p:nvSpPr>
        <p:spPr>
          <a:xfrm>
            <a:off x="4479943" y="3829091"/>
            <a:ext cx="3618612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3200" b="0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Find Key</a:t>
            </a:r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65487F6D-3529-449C-9DE7-FB8B710264CB}"/>
              </a:ext>
            </a:extLst>
          </p:cNvPr>
          <p:cNvSpPr/>
          <p:nvPr/>
        </p:nvSpPr>
        <p:spPr>
          <a:xfrm>
            <a:off x="8048119" y="2957760"/>
            <a:ext cx="1124571" cy="471239"/>
          </a:xfrm>
          <a:prstGeom prst="rightArrow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White key 2 icon - Free white key icons">
            <a:extLst>
              <a:ext uri="{FF2B5EF4-FFF2-40B4-BE49-F238E27FC236}">
                <a16:creationId xmlns:a16="http://schemas.microsoft.com/office/drawing/2014/main" id="{92C24E79-B579-45E2-B20B-3875348E83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19711" y="2264038"/>
            <a:ext cx="1595267" cy="15952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BDAA03DE-3D6D-49E0-9BF0-C4A8BD6C0371}"/>
              </a:ext>
            </a:extLst>
          </p:cNvPr>
          <p:cNvSpPr/>
          <p:nvPr/>
        </p:nvSpPr>
        <p:spPr>
          <a:xfrm>
            <a:off x="9628818" y="4028713"/>
            <a:ext cx="2386160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3200" b="0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Earn Points</a:t>
            </a:r>
          </a:p>
        </p:txBody>
      </p:sp>
    </p:spTree>
    <p:extLst>
      <p:ext uri="{BB962C8B-B14F-4D97-AF65-F5344CB8AC3E}">
        <p14:creationId xmlns:p14="http://schemas.microsoft.com/office/powerpoint/2010/main" val="6091749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8F812D57-47DD-4801-80F2-5B4A608985B0}"/>
              </a:ext>
            </a:extLst>
          </p:cNvPr>
          <p:cNvSpPr/>
          <p:nvPr/>
        </p:nvSpPr>
        <p:spPr>
          <a:xfrm>
            <a:off x="-438092" y="189789"/>
            <a:ext cx="3433083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Pwn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7296529-3E46-4A5D-B5AF-A08731DC4A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4215" y="1367283"/>
            <a:ext cx="1124571" cy="1124571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5DCFFBE1-3061-4ED4-A436-14E7AE6DE23A}"/>
              </a:ext>
            </a:extLst>
          </p:cNvPr>
          <p:cNvSpPr/>
          <p:nvPr/>
        </p:nvSpPr>
        <p:spPr>
          <a:xfrm>
            <a:off x="-173766" y="2551818"/>
            <a:ext cx="3618612" cy="156966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3200" b="0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Download</a:t>
            </a:r>
            <a:br>
              <a:rPr lang="en-US" sz="3200" b="0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</a:br>
            <a:r>
              <a:rPr lang="en-US" sz="3200" b="0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(Some problem no given file)</a:t>
            </a:r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62548140-8CAF-4D78-82CC-A83F62296CBF}"/>
              </a:ext>
            </a:extLst>
          </p:cNvPr>
          <p:cNvSpPr/>
          <p:nvPr/>
        </p:nvSpPr>
        <p:spPr>
          <a:xfrm>
            <a:off x="3309451" y="2080579"/>
            <a:ext cx="1124571" cy="471239"/>
          </a:xfrm>
          <a:prstGeom prst="rightArrow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99BE95D7-DB11-45D0-B23D-03C7AF2DC70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84687" y="1193424"/>
            <a:ext cx="1321001" cy="1472288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3BB65DE2-EA92-47C5-BB1B-0300E69FD768}"/>
              </a:ext>
            </a:extLst>
          </p:cNvPr>
          <p:cNvSpPr/>
          <p:nvPr/>
        </p:nvSpPr>
        <p:spPr>
          <a:xfrm>
            <a:off x="4143882" y="2665712"/>
            <a:ext cx="3618612" cy="107721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3200" b="0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Find exploitable</a:t>
            </a:r>
            <a:br>
              <a:rPr lang="en-US" sz="3200" b="0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</a:br>
            <a:r>
              <a:rPr lang="en-US" sz="3200" b="0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vulnerabilities</a:t>
            </a:r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65487F6D-3529-449C-9DE7-FB8B710264CB}"/>
              </a:ext>
            </a:extLst>
          </p:cNvPr>
          <p:cNvSpPr/>
          <p:nvPr/>
        </p:nvSpPr>
        <p:spPr>
          <a:xfrm>
            <a:off x="3258543" y="4900637"/>
            <a:ext cx="1124571" cy="471239"/>
          </a:xfrm>
          <a:prstGeom prst="rightArrow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White key 2 icon - Free white key icons">
            <a:extLst>
              <a:ext uri="{FF2B5EF4-FFF2-40B4-BE49-F238E27FC236}">
                <a16:creationId xmlns:a16="http://schemas.microsoft.com/office/drawing/2014/main" id="{92C24E79-B579-45E2-B20B-3875348E83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71744" y="4077878"/>
            <a:ext cx="1645519" cy="16455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BDAA03DE-3D6D-49E0-9BF0-C4A8BD6C0371}"/>
              </a:ext>
            </a:extLst>
          </p:cNvPr>
          <p:cNvSpPr/>
          <p:nvPr/>
        </p:nvSpPr>
        <p:spPr>
          <a:xfrm>
            <a:off x="9396146" y="5831008"/>
            <a:ext cx="2386160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3200" b="0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Earn Points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D87EB32-0E48-4D24-AA59-EC0A904187C2}"/>
              </a:ext>
            </a:extLst>
          </p:cNvPr>
          <p:cNvSpPr/>
          <p:nvPr/>
        </p:nvSpPr>
        <p:spPr>
          <a:xfrm>
            <a:off x="4564860" y="4430388"/>
            <a:ext cx="3062280" cy="156966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3200" b="0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Use exploitable vulnerabilities to get shell</a:t>
            </a:r>
          </a:p>
        </p:txBody>
      </p:sp>
      <p:sp>
        <p:nvSpPr>
          <p:cNvPr id="20" name="Arrow: Right 19">
            <a:extLst>
              <a:ext uri="{FF2B5EF4-FFF2-40B4-BE49-F238E27FC236}">
                <a16:creationId xmlns:a16="http://schemas.microsoft.com/office/drawing/2014/main" id="{8DB56B2A-5E01-4A32-B6F8-10D844F5EC0A}"/>
              </a:ext>
            </a:extLst>
          </p:cNvPr>
          <p:cNvSpPr/>
          <p:nvPr/>
        </p:nvSpPr>
        <p:spPr>
          <a:xfrm>
            <a:off x="8187156" y="4900636"/>
            <a:ext cx="1124571" cy="471239"/>
          </a:xfrm>
          <a:prstGeom prst="rightArrow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8A18BF7-3BEA-453A-9461-CA5A1871AE32}"/>
              </a:ext>
            </a:extLst>
          </p:cNvPr>
          <p:cNvSpPr/>
          <p:nvPr/>
        </p:nvSpPr>
        <p:spPr>
          <a:xfrm>
            <a:off x="58530" y="5831007"/>
            <a:ext cx="3386316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3200" b="0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Connec</a:t>
            </a:r>
            <a:r>
              <a:rPr lang="en-US" sz="32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 to server</a:t>
            </a:r>
            <a:endParaRPr lang="en-US" sz="3200" b="0" cap="none" spc="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9117E2BA-57BE-4708-9715-EFA6AEEAB5E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138" y="4168898"/>
            <a:ext cx="1943371" cy="1800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13031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8F812D57-47DD-4801-80F2-5B4A608985B0}"/>
              </a:ext>
            </a:extLst>
          </p:cNvPr>
          <p:cNvSpPr/>
          <p:nvPr/>
        </p:nvSpPr>
        <p:spPr>
          <a:xfrm>
            <a:off x="-212804" y="237753"/>
            <a:ext cx="3883655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Crypto</a:t>
            </a:r>
            <a:endParaRPr lang="en-US" sz="5400" b="0" cap="none" spc="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DCFFBE1-3061-4ED4-A436-14E7AE6DE23A}"/>
              </a:ext>
            </a:extLst>
          </p:cNvPr>
          <p:cNvSpPr/>
          <p:nvPr/>
        </p:nvSpPr>
        <p:spPr>
          <a:xfrm>
            <a:off x="-80283" y="4195119"/>
            <a:ext cx="3618612" cy="156966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3200" b="0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Various source</a:t>
            </a:r>
            <a:endParaRPr lang="en-US" sz="320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r>
              <a:rPr lang="en-US" sz="3200" b="0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Web, File, String, hard</a:t>
            </a:r>
            <a:r>
              <a:rPr lang="en-US" sz="32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ware…</a:t>
            </a:r>
            <a:endParaRPr lang="en-US" sz="3200" b="0" cap="none" spc="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62548140-8CAF-4D78-82CC-A83F62296CBF}"/>
              </a:ext>
            </a:extLst>
          </p:cNvPr>
          <p:cNvSpPr/>
          <p:nvPr/>
        </p:nvSpPr>
        <p:spPr>
          <a:xfrm>
            <a:off x="3220279" y="2957761"/>
            <a:ext cx="1124571" cy="471239"/>
          </a:xfrm>
          <a:prstGeom prst="rightArrow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BB65DE2-EA92-47C5-BB1B-0300E69FD768}"/>
              </a:ext>
            </a:extLst>
          </p:cNvPr>
          <p:cNvSpPr/>
          <p:nvPr/>
        </p:nvSpPr>
        <p:spPr>
          <a:xfrm>
            <a:off x="4429507" y="4518204"/>
            <a:ext cx="3618612" cy="107721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3200" b="0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Apply Math</a:t>
            </a:r>
            <a:br>
              <a:rPr lang="en-US" sz="3200" b="0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</a:br>
            <a:r>
              <a:rPr lang="en-US" sz="3200" b="0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(Cryptography)</a:t>
            </a:r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65487F6D-3529-449C-9DE7-FB8B710264CB}"/>
              </a:ext>
            </a:extLst>
          </p:cNvPr>
          <p:cNvSpPr/>
          <p:nvPr/>
        </p:nvSpPr>
        <p:spPr>
          <a:xfrm>
            <a:off x="8313162" y="2944113"/>
            <a:ext cx="1124571" cy="471239"/>
          </a:xfrm>
          <a:prstGeom prst="rightArrow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White key 2 icon - Free white key icons">
            <a:extLst>
              <a:ext uri="{FF2B5EF4-FFF2-40B4-BE49-F238E27FC236}">
                <a16:creationId xmlns:a16="http://schemas.microsoft.com/office/drawing/2014/main" id="{92C24E79-B579-45E2-B20B-3875348E83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57275" y="2375973"/>
            <a:ext cx="1645519" cy="16455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BDAA03DE-3D6D-49E0-9BF0-C4A8BD6C0371}"/>
              </a:ext>
            </a:extLst>
          </p:cNvPr>
          <p:cNvSpPr/>
          <p:nvPr/>
        </p:nvSpPr>
        <p:spPr>
          <a:xfrm>
            <a:off x="9686954" y="4518204"/>
            <a:ext cx="2386160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3200" b="0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Earn Points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2DAFBD6-9330-4E17-8835-CBF057EB34B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75125" y="2191638"/>
            <a:ext cx="2373793" cy="200348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514079D-9686-4B10-AD27-842C01EB112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034" y="2019177"/>
            <a:ext cx="2210108" cy="2152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12466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8F812D57-47DD-4801-80F2-5B4A608985B0}"/>
              </a:ext>
            </a:extLst>
          </p:cNvPr>
          <p:cNvSpPr/>
          <p:nvPr/>
        </p:nvSpPr>
        <p:spPr>
          <a:xfrm>
            <a:off x="-212804" y="237753"/>
            <a:ext cx="3883655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Web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3B99490-0F2E-4738-BE21-BD4849CC62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2750" y="1161083"/>
            <a:ext cx="6806498" cy="3823651"/>
          </a:xfrm>
          <a:prstGeom prst="rect">
            <a:avLst/>
          </a:prstGeom>
        </p:spPr>
      </p:pic>
      <p:sp>
        <p:nvSpPr>
          <p:cNvPr id="17" name="Rectangle 16">
            <a:hlinkClick r:id="rId3"/>
            <a:extLst>
              <a:ext uri="{FF2B5EF4-FFF2-40B4-BE49-F238E27FC236}">
                <a16:creationId xmlns:a16="http://schemas.microsoft.com/office/drawing/2014/main" id="{5F5653E8-EE77-42BF-8803-F228BDBED16C}"/>
              </a:ext>
            </a:extLst>
          </p:cNvPr>
          <p:cNvSpPr/>
          <p:nvPr/>
        </p:nvSpPr>
        <p:spPr>
          <a:xfrm>
            <a:off x="4286693" y="5404529"/>
            <a:ext cx="3618612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3200" b="0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OWASP TOP TEN</a:t>
            </a:r>
          </a:p>
        </p:txBody>
      </p:sp>
    </p:spTree>
    <p:extLst>
      <p:ext uri="{BB962C8B-B14F-4D97-AF65-F5344CB8AC3E}">
        <p14:creationId xmlns:p14="http://schemas.microsoft.com/office/powerpoint/2010/main" val="40270384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8F812D57-47DD-4801-80F2-5B4A608985B0}"/>
              </a:ext>
            </a:extLst>
          </p:cNvPr>
          <p:cNvSpPr/>
          <p:nvPr/>
        </p:nvSpPr>
        <p:spPr>
          <a:xfrm>
            <a:off x="-212804" y="237753"/>
            <a:ext cx="3883655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Forensics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7296529-3E46-4A5D-B5AF-A08731DC4A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4217" y="2426225"/>
            <a:ext cx="1124571" cy="1124571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5DCFFBE1-3061-4ED4-A436-14E7AE6DE23A}"/>
              </a:ext>
            </a:extLst>
          </p:cNvPr>
          <p:cNvSpPr/>
          <p:nvPr/>
        </p:nvSpPr>
        <p:spPr>
          <a:xfrm>
            <a:off x="-212803" y="3736326"/>
            <a:ext cx="3618612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3200" b="0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File</a:t>
            </a:r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62548140-8CAF-4D78-82CC-A83F62296CBF}"/>
              </a:ext>
            </a:extLst>
          </p:cNvPr>
          <p:cNvSpPr/>
          <p:nvPr/>
        </p:nvSpPr>
        <p:spPr>
          <a:xfrm>
            <a:off x="2974304" y="2936703"/>
            <a:ext cx="1124571" cy="471239"/>
          </a:xfrm>
          <a:prstGeom prst="rightArrow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BB65DE2-EA92-47C5-BB1B-0300E69FD768}"/>
              </a:ext>
            </a:extLst>
          </p:cNvPr>
          <p:cNvSpPr/>
          <p:nvPr/>
        </p:nvSpPr>
        <p:spPr>
          <a:xfrm>
            <a:off x="4456011" y="4544708"/>
            <a:ext cx="3618612" cy="107721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3200" b="0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Apply Analysis,</a:t>
            </a:r>
            <a:br>
              <a:rPr lang="en-US" sz="3200" b="0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</a:br>
            <a:r>
              <a:rPr lang="en-US" sz="3200" b="0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Simulation…</a:t>
            </a:r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65487F6D-3529-449C-9DE7-FB8B710264CB}"/>
              </a:ext>
            </a:extLst>
          </p:cNvPr>
          <p:cNvSpPr/>
          <p:nvPr/>
        </p:nvSpPr>
        <p:spPr>
          <a:xfrm>
            <a:off x="8048119" y="2957760"/>
            <a:ext cx="1124571" cy="471239"/>
          </a:xfrm>
          <a:prstGeom prst="rightArrow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White key 2 icon - Free white key icons">
            <a:extLst>
              <a:ext uri="{FF2B5EF4-FFF2-40B4-BE49-F238E27FC236}">
                <a16:creationId xmlns:a16="http://schemas.microsoft.com/office/drawing/2014/main" id="{92C24E79-B579-45E2-B20B-3875348E83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57275" y="2375973"/>
            <a:ext cx="1645519" cy="16455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BDAA03DE-3D6D-49E0-9BF0-C4A8BD6C0371}"/>
              </a:ext>
            </a:extLst>
          </p:cNvPr>
          <p:cNvSpPr/>
          <p:nvPr/>
        </p:nvSpPr>
        <p:spPr>
          <a:xfrm>
            <a:off x="9686954" y="4121478"/>
            <a:ext cx="2386160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3200" b="0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Earn Point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F5422DF3-395D-45B1-BBC0-86DCB78C81E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14391" y="1648704"/>
            <a:ext cx="2534004" cy="2896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07943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8F812D57-47DD-4801-80F2-5B4A608985B0}"/>
              </a:ext>
            </a:extLst>
          </p:cNvPr>
          <p:cNvSpPr/>
          <p:nvPr/>
        </p:nvSpPr>
        <p:spPr>
          <a:xfrm>
            <a:off x="-212804" y="237753"/>
            <a:ext cx="3883655" cy="175432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Misc</a:t>
            </a:r>
          </a:p>
          <a:p>
            <a:pPr algn="ctr"/>
            <a:endParaRPr lang="en-US" sz="5400" b="0" cap="none" spc="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DCFFBE1-3061-4ED4-A436-14E7AE6DE23A}"/>
              </a:ext>
            </a:extLst>
          </p:cNvPr>
          <p:cNvSpPr/>
          <p:nvPr/>
        </p:nvSpPr>
        <p:spPr>
          <a:xfrm>
            <a:off x="-80283" y="4215975"/>
            <a:ext cx="3618612" cy="156966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3200" b="0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Various source</a:t>
            </a:r>
            <a:endParaRPr lang="en-US" sz="320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r>
              <a:rPr lang="en-US" sz="3200" b="0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Web, File, String, hard</a:t>
            </a:r>
            <a:r>
              <a:rPr lang="en-US" sz="32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ware…</a:t>
            </a:r>
            <a:endParaRPr lang="en-US" sz="3200" b="0" cap="none" spc="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62548140-8CAF-4D78-82CC-A83F62296CBF}"/>
              </a:ext>
            </a:extLst>
          </p:cNvPr>
          <p:cNvSpPr/>
          <p:nvPr/>
        </p:nvSpPr>
        <p:spPr>
          <a:xfrm>
            <a:off x="3220279" y="2957761"/>
            <a:ext cx="1124571" cy="471239"/>
          </a:xfrm>
          <a:prstGeom prst="rightArrow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BB65DE2-EA92-47C5-BB1B-0300E69FD768}"/>
              </a:ext>
            </a:extLst>
          </p:cNvPr>
          <p:cNvSpPr/>
          <p:nvPr/>
        </p:nvSpPr>
        <p:spPr>
          <a:xfrm>
            <a:off x="4452715" y="4416030"/>
            <a:ext cx="3618612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3200" b="0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Play with puzzle</a:t>
            </a:r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65487F6D-3529-449C-9DE7-FB8B710264CB}"/>
              </a:ext>
            </a:extLst>
          </p:cNvPr>
          <p:cNvSpPr/>
          <p:nvPr/>
        </p:nvSpPr>
        <p:spPr>
          <a:xfrm>
            <a:off x="8048119" y="2957760"/>
            <a:ext cx="1124571" cy="471239"/>
          </a:xfrm>
          <a:prstGeom prst="rightArrow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White key 2 icon - Free white key icons">
            <a:extLst>
              <a:ext uri="{FF2B5EF4-FFF2-40B4-BE49-F238E27FC236}">
                <a16:creationId xmlns:a16="http://schemas.microsoft.com/office/drawing/2014/main" id="{92C24E79-B579-45E2-B20B-3875348E83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57275" y="2375973"/>
            <a:ext cx="1645519" cy="16455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BDAA03DE-3D6D-49E0-9BF0-C4A8BD6C0371}"/>
              </a:ext>
            </a:extLst>
          </p:cNvPr>
          <p:cNvSpPr/>
          <p:nvPr/>
        </p:nvSpPr>
        <p:spPr>
          <a:xfrm>
            <a:off x="9686954" y="4121478"/>
            <a:ext cx="2386160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3200" b="0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Earn Points</a:t>
            </a:r>
          </a:p>
        </p:txBody>
      </p:sp>
      <p:pic>
        <p:nvPicPr>
          <p:cNvPr id="4098" name="Picture 2" descr="Library of puzzle vector image freeuse library png files ...">
            <a:extLst>
              <a:ext uri="{FF2B5EF4-FFF2-40B4-BE49-F238E27FC236}">
                <a16:creationId xmlns:a16="http://schemas.microsoft.com/office/drawing/2014/main" id="{75528887-D5A1-4F82-B2F8-B4180179A0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99984" y="2117054"/>
            <a:ext cx="2124075" cy="2152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403D152-9786-473F-A881-4A95979645B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2604" y="2025794"/>
            <a:ext cx="2210108" cy="2152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234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8F812D57-47DD-4801-80F2-5B4A608985B0}"/>
              </a:ext>
            </a:extLst>
          </p:cNvPr>
          <p:cNvSpPr/>
          <p:nvPr/>
        </p:nvSpPr>
        <p:spPr>
          <a:xfrm>
            <a:off x="-530471" y="251006"/>
            <a:ext cx="8535169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Where can I play CTF?</a:t>
            </a:r>
          </a:p>
        </p:txBody>
      </p:sp>
      <p:sp>
        <p:nvSpPr>
          <p:cNvPr id="2" name="Rectangle 1">
            <a:hlinkClick r:id="rId2"/>
            <a:extLst>
              <a:ext uri="{FF2B5EF4-FFF2-40B4-BE49-F238E27FC236}">
                <a16:creationId xmlns:a16="http://schemas.microsoft.com/office/drawing/2014/main" id="{897DEFFF-57F1-41F7-9772-7AA3F1142422}"/>
              </a:ext>
            </a:extLst>
          </p:cNvPr>
          <p:cNvSpPr/>
          <p:nvPr/>
        </p:nvSpPr>
        <p:spPr>
          <a:xfrm>
            <a:off x="3737113" y="4251497"/>
            <a:ext cx="566313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800" dirty="0">
                <a:solidFill>
                  <a:schemeClr val="bg1"/>
                </a:solidFill>
              </a:rPr>
              <a:t>https://ctftime.org</a:t>
            </a:r>
          </a:p>
        </p:txBody>
      </p:sp>
      <p:pic>
        <p:nvPicPr>
          <p:cNvPr id="3074" name="Picture 2" descr="CTFtime.org / All about CTF (Capture The Flag)">
            <a:extLst>
              <a:ext uri="{FF2B5EF4-FFF2-40B4-BE49-F238E27FC236}">
                <a16:creationId xmlns:a16="http://schemas.microsoft.com/office/drawing/2014/main" id="{63A79AED-F1D6-4A6E-B4B4-F3CC38E5F1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1486" y="1977473"/>
            <a:ext cx="7089025" cy="19849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723824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8F812D57-47DD-4801-80F2-5B4A608985B0}"/>
              </a:ext>
            </a:extLst>
          </p:cNvPr>
          <p:cNvSpPr/>
          <p:nvPr/>
        </p:nvSpPr>
        <p:spPr>
          <a:xfrm>
            <a:off x="232236" y="410032"/>
            <a:ext cx="6123274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Awesome CTF Tools</a:t>
            </a:r>
          </a:p>
        </p:txBody>
      </p:sp>
      <p:sp>
        <p:nvSpPr>
          <p:cNvPr id="2" name="Rectangle 1">
            <a:hlinkClick r:id="rId2"/>
            <a:extLst>
              <a:ext uri="{FF2B5EF4-FFF2-40B4-BE49-F238E27FC236}">
                <a16:creationId xmlns:a16="http://schemas.microsoft.com/office/drawing/2014/main" id="{D57AAF07-B8EB-434E-95F3-39E09C44E71A}"/>
              </a:ext>
            </a:extLst>
          </p:cNvPr>
          <p:cNvSpPr/>
          <p:nvPr/>
        </p:nvSpPr>
        <p:spPr>
          <a:xfrm>
            <a:off x="2731586" y="5098393"/>
            <a:ext cx="7247846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https://github.com/apsdehal/awesome-ctf/blob/master/README.md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9865516-39AF-46DC-AE3E-F337253790A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3873" y="1604289"/>
            <a:ext cx="5473319" cy="3223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58836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A56E3A57-945A-4AB6-9D4C-CF83C87D3B59}"/>
              </a:ext>
            </a:extLst>
          </p:cNvPr>
          <p:cNvSpPr/>
          <p:nvPr/>
        </p:nvSpPr>
        <p:spPr>
          <a:xfrm>
            <a:off x="1069661" y="1859340"/>
            <a:ext cx="10052678" cy="156966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9600" b="0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DEMO</a:t>
            </a:r>
          </a:p>
        </p:txBody>
      </p:sp>
    </p:spTree>
    <p:extLst>
      <p:ext uri="{BB962C8B-B14F-4D97-AF65-F5344CB8AC3E}">
        <p14:creationId xmlns:p14="http://schemas.microsoft.com/office/powerpoint/2010/main" val="32618590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A56E3A57-945A-4AB6-9D4C-CF83C87D3B59}"/>
              </a:ext>
            </a:extLst>
          </p:cNvPr>
          <p:cNvSpPr/>
          <p:nvPr/>
        </p:nvSpPr>
        <p:spPr>
          <a:xfrm>
            <a:off x="1069661" y="1873839"/>
            <a:ext cx="10052678" cy="156966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9600" b="0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7217617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194</TotalTime>
  <Words>183</Words>
  <Application>Microsoft Office PowerPoint</Application>
  <PresentationFormat>Widescreen</PresentationFormat>
  <Paragraphs>52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daro</dc:creator>
  <cp:lastModifiedBy>daro</cp:lastModifiedBy>
  <cp:revision>180</cp:revision>
  <dcterms:created xsi:type="dcterms:W3CDTF">2020-04-05T15:07:28Z</dcterms:created>
  <dcterms:modified xsi:type="dcterms:W3CDTF">2020-06-06T11:57:35Z</dcterms:modified>
</cp:coreProperties>
</file>